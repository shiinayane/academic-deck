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6254496"/>
          </a:xfrm>
          <a:prstGeom prst="roundRect">
            <a:avLst>
              <a:gd name="adj" fmla="val 731"/>
            </a:avLst>
          </a:prstGeom>
          <a:solidFill>
            <a:srgbClr val="FBFCFE"/>
          </a:solidFill>
          <a:ln w="12700">
            <a:solidFill>
              <a:srgbClr val="C7D2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10896"/>
            <a:ext cx="6281471" cy="32004"/>
          </a:xfrm>
          <a:prstGeom prst="rect">
            <a:avLst/>
          </a:prstGeom>
          <a:solidFill>
            <a:srgbClr val="245DA8"/>
          </a:solidFill>
          <a:ln w="12700">
            <a:solidFill>
              <a:srgbClr val="245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5519" y="310896"/>
            <a:ext cx="5139385" cy="32004"/>
          </a:xfrm>
          <a:prstGeom prst="rect">
            <a:avLst/>
          </a:prstGeom>
          <a:solidFill>
            <a:srgbClr val="268F89"/>
          </a:solidFill>
          <a:ln w="12700">
            <a:solidFill>
              <a:srgbClr val="268F8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658368"/>
            <a:ext cx="2560320" cy="237744"/>
          </a:xfrm>
          <a:prstGeom prst="rect">
            <a:avLst/>
          </a:prstGeom>
          <a:solidFill>
            <a:srgbClr val="E8F0FB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Weekly Progress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53144" y="6766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Group Meeting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" y="6053328"/>
            <a:ext cx="10597896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6199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AcademicDeck Theme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479024" y="6199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 / 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LabUtopia-HRC Progress Report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95528" y="307238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966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Reusable Keynote theme source for quiet academic presentations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" y="3822192"/>
            <a:ext cx="33375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502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8F8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" y="4297680"/>
            <a:ext cx="3044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Direction, task framing, and reusable template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33672" y="3822192"/>
            <a:ext cx="33375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9976" y="39502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8F8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79976" y="4297680"/>
            <a:ext cx="3044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Schema, scene grounding, media explanation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71816" y="3822192"/>
            <a:ext cx="333756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39502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8F8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18120" y="4297680"/>
            <a:ext cx="3044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Experiments, evaluator, and report loop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6254496"/>
          </a:xfrm>
          <a:prstGeom prst="roundRect">
            <a:avLst>
              <a:gd name="adj" fmla="val 731"/>
            </a:avLst>
          </a:prstGeom>
          <a:solidFill>
            <a:srgbClr val="FBFCFE"/>
          </a:solidFill>
          <a:ln w="12700">
            <a:solidFill>
              <a:srgbClr val="C7D2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10896"/>
            <a:ext cx="6281471" cy="32004"/>
          </a:xfrm>
          <a:prstGeom prst="rect">
            <a:avLst/>
          </a:prstGeom>
          <a:solidFill>
            <a:srgbClr val="245DA8"/>
          </a:solidFill>
          <a:ln w="12700">
            <a:solidFill>
              <a:srgbClr val="245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5519" y="310896"/>
            <a:ext cx="5139385" cy="32004"/>
          </a:xfrm>
          <a:prstGeom prst="rect">
            <a:avLst/>
          </a:prstGeom>
          <a:solidFill>
            <a:srgbClr val="268F89"/>
          </a:solidFill>
          <a:ln w="12700">
            <a:solidFill>
              <a:srgbClr val="268F8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658368"/>
            <a:ext cx="2560320" cy="237744"/>
          </a:xfrm>
          <a:prstGeom prst="rect">
            <a:avLst/>
          </a:prstGeom>
          <a:solidFill>
            <a:srgbClr val="E8F0FB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53144" y="6766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 framing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" y="6053328"/>
            <a:ext cx="10597896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6199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AcademicDeck Theme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479024" y="6199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 / 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5528" y="150876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057400" y="170078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 Framing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057400" y="23317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66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this layout when the talk turns to a new argument, experiment block, or decision area.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057400" y="3154680"/>
            <a:ext cx="7680960" cy="0"/>
          </a:xfrm>
          <a:prstGeom prst="line">
            <a:avLst/>
          </a:prstGeom>
          <a:noFill/>
          <a:ln w="15240">
            <a:solidFill>
              <a:srgbClr val="C7D2D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6254496"/>
          </a:xfrm>
          <a:prstGeom prst="roundRect">
            <a:avLst>
              <a:gd name="adj" fmla="val 731"/>
            </a:avLst>
          </a:prstGeom>
          <a:solidFill>
            <a:srgbClr val="FBFCFE"/>
          </a:solidFill>
          <a:ln w="12700">
            <a:solidFill>
              <a:srgbClr val="C7D2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10896"/>
            <a:ext cx="6281471" cy="32004"/>
          </a:xfrm>
          <a:prstGeom prst="rect">
            <a:avLst/>
          </a:prstGeom>
          <a:solidFill>
            <a:srgbClr val="245DA8"/>
          </a:solidFill>
          <a:ln w="12700">
            <a:solidFill>
              <a:srgbClr val="245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5519" y="310896"/>
            <a:ext cx="5139385" cy="32004"/>
          </a:xfrm>
          <a:prstGeom prst="rect">
            <a:avLst/>
          </a:prstGeom>
          <a:solidFill>
            <a:srgbClr val="268F89"/>
          </a:solidFill>
          <a:ln w="12700">
            <a:solidFill>
              <a:srgbClr val="268F8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658368"/>
            <a:ext cx="2560320" cy="237744"/>
          </a:xfrm>
          <a:prstGeom prst="rect">
            <a:avLst/>
          </a:prstGeom>
          <a:solidFill>
            <a:srgbClr val="E8F0FB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53144" y="6766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Decision 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" y="6053328"/>
            <a:ext cx="10597896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6199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AcademicDeck Theme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479024" y="6199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 / 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5528" y="109728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week: preserve the system boundary, prove the closed loop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95528" y="20574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966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decision slide should land the meeting before the details start.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" y="2788920"/>
            <a:ext cx="5669280" cy="877824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" y="2788920"/>
            <a:ext cx="36576" cy="877824"/>
          </a:xfrm>
          <a:prstGeom prst="rect">
            <a:avLst/>
          </a:prstGeom>
          <a:solidFill>
            <a:srgbClr val="245DA8"/>
          </a:solidFill>
          <a:ln w="12700">
            <a:solidFill>
              <a:srgbClr val="245DA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999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Main takeaway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29184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Bind benchmark, execution framework, baselines, and failure analysis before expanding scope.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600200"/>
            <a:ext cx="4069080" cy="475488"/>
          </a:xfrm>
          <a:prstGeom prst="roundRect">
            <a:avLst>
              <a:gd name="adj" fmla="val 6731"/>
            </a:avLst>
          </a:prstGeom>
          <a:solidFill>
            <a:srgbClr val="FBFC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58584" y="174650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63840" y="1746504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 command, safety refusal, execution monitoring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12280" y="2304288"/>
            <a:ext cx="4069080" cy="475488"/>
          </a:xfrm>
          <a:prstGeom prst="roundRect">
            <a:avLst>
              <a:gd name="adj" fmla="val 6731"/>
            </a:avLst>
          </a:prstGeom>
          <a:solidFill>
            <a:srgbClr val="FBFC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58584" y="245059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Pause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2450592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robot deployment, full chemistry experiment design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12280" y="3008376"/>
            <a:ext cx="4069080" cy="475488"/>
          </a:xfrm>
          <a:prstGeom prst="roundRect">
            <a:avLst>
              <a:gd name="adj" fmla="val 6731"/>
            </a:avLst>
          </a:prstGeom>
          <a:solidFill>
            <a:srgbClr val="FBFC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3154680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0" y="3154680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schema, scene graph, evaluator, logs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3712464"/>
            <a:ext cx="4069080" cy="475488"/>
          </a:xfrm>
          <a:prstGeom prst="roundRect">
            <a:avLst>
              <a:gd name="adj" fmla="val 6731"/>
            </a:avLst>
          </a:prstGeom>
          <a:solidFill>
            <a:srgbClr val="FBFC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58584" y="385876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63840" y="3858768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simulation-only MVP and reproducible report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6254496"/>
          </a:xfrm>
          <a:prstGeom prst="roundRect">
            <a:avLst>
              <a:gd name="adj" fmla="val 731"/>
            </a:avLst>
          </a:prstGeom>
          <a:solidFill>
            <a:srgbClr val="FBFCFE"/>
          </a:solidFill>
          <a:ln w="12700">
            <a:solidFill>
              <a:srgbClr val="C7D2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10896"/>
            <a:ext cx="6281471" cy="32004"/>
          </a:xfrm>
          <a:prstGeom prst="rect">
            <a:avLst/>
          </a:prstGeom>
          <a:solidFill>
            <a:srgbClr val="245DA8"/>
          </a:solidFill>
          <a:ln w="12700">
            <a:solidFill>
              <a:srgbClr val="245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5519" y="310896"/>
            <a:ext cx="5139385" cy="32004"/>
          </a:xfrm>
          <a:prstGeom prst="rect">
            <a:avLst/>
          </a:prstGeom>
          <a:solidFill>
            <a:srgbClr val="268F89"/>
          </a:solidFill>
          <a:ln w="12700">
            <a:solidFill>
              <a:srgbClr val="268F8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658368"/>
            <a:ext cx="2560320" cy="237744"/>
          </a:xfrm>
          <a:prstGeom prst="rect">
            <a:avLst/>
          </a:prstGeom>
          <a:solidFill>
            <a:srgbClr val="E8F0FB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Title + Body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53144" y="6766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Explanation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" y="6053328"/>
            <a:ext cx="10597896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6199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AcademicDeck Theme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479024" y="6199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 / 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5528" y="1051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title states the claim, not the topic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95528" y="1828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966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the body area for three compact points or a small evidence object.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" y="2743200"/>
            <a:ext cx="338328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871216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" y="3218688"/>
            <a:ext cx="30906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Short explanation with enough context for live presentation.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07408" y="2743200"/>
            <a:ext cx="338328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2871216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8F8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53712" y="3218688"/>
            <a:ext cx="30906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the layout calm and the hierarchy obvious.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19288" y="2743200"/>
            <a:ext cx="338328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5592" y="2871216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Point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65592" y="3218688"/>
            <a:ext cx="30906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Split the slide if text starts to become documentation.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6254496"/>
          </a:xfrm>
          <a:prstGeom prst="roundRect">
            <a:avLst>
              <a:gd name="adj" fmla="val 731"/>
            </a:avLst>
          </a:prstGeom>
          <a:solidFill>
            <a:srgbClr val="FBFCFE"/>
          </a:solidFill>
          <a:ln w="12700">
            <a:solidFill>
              <a:srgbClr val="C7D2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10896"/>
            <a:ext cx="6281471" cy="32004"/>
          </a:xfrm>
          <a:prstGeom prst="rect">
            <a:avLst/>
          </a:prstGeom>
          <a:solidFill>
            <a:srgbClr val="245DA8"/>
          </a:solidFill>
          <a:ln w="12700">
            <a:solidFill>
              <a:srgbClr val="245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5519" y="310896"/>
            <a:ext cx="5139385" cy="32004"/>
          </a:xfrm>
          <a:prstGeom prst="rect">
            <a:avLst/>
          </a:prstGeom>
          <a:solidFill>
            <a:srgbClr val="268F89"/>
          </a:solidFill>
          <a:ln w="12700">
            <a:solidFill>
              <a:srgbClr val="268F8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658368"/>
            <a:ext cx="2560320" cy="237744"/>
          </a:xfrm>
          <a:prstGeom prst="rect">
            <a:avLst/>
          </a:prstGeom>
          <a:solidFill>
            <a:srgbClr val="E8F0FB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Column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53144" y="6766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" y="6053328"/>
            <a:ext cx="10597896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6199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AcademicDeck Theme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479024" y="6199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 / 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5528" y="10058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two columns when the reasoning has two independent tracks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95528" y="2029968"/>
            <a:ext cx="5166360" cy="2450592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157984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Current substrate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" y="2505456"/>
            <a:ext cx="487375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 hierarchy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Controller interface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Language and remote inference path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Reusable logs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36208" y="2029968"/>
            <a:ext cx="5166360" cy="2450592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157984"/>
            <a:ext cx="4873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8F8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Missing proof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82512" y="2505456"/>
            <a:ext cx="487375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Instruction schema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Scene grounding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Evaluator contract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Failure taxonomy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6254496"/>
          </a:xfrm>
          <a:prstGeom prst="roundRect">
            <a:avLst>
              <a:gd name="adj" fmla="val 731"/>
            </a:avLst>
          </a:prstGeom>
          <a:solidFill>
            <a:srgbClr val="FBFCFE"/>
          </a:solidFill>
          <a:ln w="12700">
            <a:solidFill>
              <a:srgbClr val="C7D2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10896"/>
            <a:ext cx="6281471" cy="32004"/>
          </a:xfrm>
          <a:prstGeom prst="rect">
            <a:avLst/>
          </a:prstGeom>
          <a:solidFill>
            <a:srgbClr val="245DA8"/>
          </a:solidFill>
          <a:ln w="12700">
            <a:solidFill>
              <a:srgbClr val="245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5519" y="310896"/>
            <a:ext cx="5139385" cy="32004"/>
          </a:xfrm>
          <a:prstGeom prst="rect">
            <a:avLst/>
          </a:prstGeom>
          <a:solidFill>
            <a:srgbClr val="268F89"/>
          </a:solidFill>
          <a:ln w="12700">
            <a:solidFill>
              <a:srgbClr val="268F8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658368"/>
            <a:ext cx="2560320" cy="237744"/>
          </a:xfrm>
          <a:prstGeom prst="rect">
            <a:avLst/>
          </a:prstGeom>
          <a:solidFill>
            <a:srgbClr val="E8F0FB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 Focus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53144" y="6766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Image / video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" y="6053328"/>
            <a:ext cx="10597896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6199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AcademicDeck Theme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479024" y="6199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 / 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5528" y="960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 slides reserve a stable visual region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795528" y="1874520"/>
            <a:ext cx="6537960" cy="3584448"/>
          </a:xfrm>
          <a:prstGeom prst="roundRect">
            <a:avLst>
              <a:gd name="adj" fmla="val 1020"/>
            </a:avLst>
          </a:prstGeom>
          <a:solidFill>
            <a:srgbClr val="F3F6FA"/>
          </a:solidFill>
          <a:ln w="12700">
            <a:solidFill>
              <a:srgbClr val="C7D2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520440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Drop image or video here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635240" y="1874520"/>
            <a:ext cx="3566160" cy="475488"/>
          </a:xfrm>
          <a:prstGeom prst="roundRect">
            <a:avLst>
              <a:gd name="adj" fmla="val 6731"/>
            </a:avLst>
          </a:prstGeom>
          <a:solidFill>
            <a:srgbClr val="FBFC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81544" y="202082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00:12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0" y="2020824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Instruction enters the execution loop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35240" y="2578608"/>
            <a:ext cx="3566160" cy="475488"/>
          </a:xfrm>
          <a:prstGeom prst="roundRect">
            <a:avLst>
              <a:gd name="adj" fmla="val 6731"/>
            </a:avLst>
          </a:prstGeom>
          <a:solidFill>
            <a:srgbClr val="FBFC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81544" y="272491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00:28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86800" y="272491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Scene state changes after action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35240" y="3282696"/>
            <a:ext cx="3566160" cy="475488"/>
          </a:xfrm>
          <a:prstGeom prst="roundRect">
            <a:avLst>
              <a:gd name="adj" fmla="val 6731"/>
            </a:avLst>
          </a:prstGeom>
          <a:solidFill>
            <a:srgbClr val="FBFC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81544" y="3429000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00:44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0" y="3429000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Evaluator captures success/failure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35240" y="3986784"/>
            <a:ext cx="3566160" cy="475488"/>
          </a:xfrm>
          <a:prstGeom prst="roundRect">
            <a:avLst>
              <a:gd name="adj" fmla="val 6731"/>
            </a:avLst>
          </a:prstGeom>
          <a:solidFill>
            <a:srgbClr val="FBFC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81544" y="413308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0" y="4133088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annotations readable at presentation size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6254496"/>
          </a:xfrm>
          <a:prstGeom prst="roundRect">
            <a:avLst>
              <a:gd name="adj" fmla="val 731"/>
            </a:avLst>
          </a:prstGeom>
          <a:solidFill>
            <a:srgbClr val="FBFCFE"/>
          </a:solidFill>
          <a:ln w="12700">
            <a:solidFill>
              <a:srgbClr val="C7D2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10896"/>
            <a:ext cx="6281471" cy="32004"/>
          </a:xfrm>
          <a:prstGeom prst="rect">
            <a:avLst/>
          </a:prstGeom>
          <a:solidFill>
            <a:srgbClr val="245DA8"/>
          </a:solidFill>
          <a:ln w="12700">
            <a:solidFill>
              <a:srgbClr val="245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5519" y="310896"/>
            <a:ext cx="5139385" cy="32004"/>
          </a:xfrm>
          <a:prstGeom prst="rect">
            <a:avLst/>
          </a:prstGeom>
          <a:solidFill>
            <a:srgbClr val="268F89"/>
          </a:solidFill>
          <a:ln w="12700">
            <a:solidFill>
              <a:srgbClr val="268F8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658368"/>
            <a:ext cx="2560320" cy="237744"/>
          </a:xfrm>
          <a:prstGeom prst="rect">
            <a:avLst/>
          </a:prstGeom>
          <a:solidFill>
            <a:srgbClr val="E8F0FB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53144" y="6766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" y="6053328"/>
            <a:ext cx="10597896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6199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AcademicDeck Theme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479024" y="6199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 / 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5528" y="9601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Metrics should make one result legible from the back row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795528" y="1993392"/>
            <a:ext cx="333756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1214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Episodes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1832" y="2468880"/>
            <a:ext cx="3044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50-100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prototype target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07408" y="1993392"/>
            <a:ext cx="333756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1214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Success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53712" y="2468880"/>
            <a:ext cx="3044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tracked by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19288" y="1993392"/>
            <a:ext cx="3337560" cy="1170432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65592" y="2121408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44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65592" y="2468880"/>
            <a:ext cx="3044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categorized by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root cause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0120" y="4023360"/>
            <a:ext cx="9875520" cy="0"/>
          </a:xfrm>
          <a:prstGeom prst="line">
            <a:avLst/>
          </a:prstGeom>
          <a:noFill/>
          <a:ln w="12700">
            <a:solidFill>
              <a:srgbClr val="C7D2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3159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66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Replace these cards with a native Keynote chart when the relationship is chartable.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6254496"/>
          </a:xfrm>
          <a:prstGeom prst="roundRect">
            <a:avLst>
              <a:gd name="adj" fmla="val 731"/>
            </a:avLst>
          </a:prstGeom>
          <a:solidFill>
            <a:srgbClr val="FBFCFE"/>
          </a:solidFill>
          <a:ln w="12700">
            <a:solidFill>
              <a:srgbClr val="C7D2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10896"/>
            <a:ext cx="6281471" cy="32004"/>
          </a:xfrm>
          <a:prstGeom prst="rect">
            <a:avLst/>
          </a:prstGeom>
          <a:solidFill>
            <a:srgbClr val="245DA8"/>
          </a:solidFill>
          <a:ln w="12700">
            <a:solidFill>
              <a:srgbClr val="245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5519" y="310896"/>
            <a:ext cx="5139385" cy="32004"/>
          </a:xfrm>
          <a:prstGeom prst="rect">
            <a:avLst/>
          </a:prstGeom>
          <a:solidFill>
            <a:srgbClr val="268F89"/>
          </a:solidFill>
          <a:ln w="12700">
            <a:solidFill>
              <a:srgbClr val="268F8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658368"/>
            <a:ext cx="2560320" cy="237744"/>
          </a:xfrm>
          <a:prstGeom prst="rect">
            <a:avLst/>
          </a:prstGeom>
          <a:solidFill>
            <a:srgbClr val="E8F0FB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53144" y="6766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" y="6053328"/>
            <a:ext cx="10597896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6199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AcademicDeck Theme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479024" y="6199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 / 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5528" y="98755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 slides show sequence and decision gates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68680" y="2743200"/>
            <a:ext cx="256032" cy="256032"/>
          </a:xfrm>
          <a:prstGeom prst="ellipse">
            <a:avLst/>
          </a:prstGeom>
          <a:solidFill>
            <a:srgbClr val="245DA8"/>
          </a:solidFill>
          <a:ln w="12700">
            <a:solidFill>
              <a:srgbClr val="245D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4712" y="2871216"/>
            <a:ext cx="2450592" cy="0"/>
          </a:xfrm>
          <a:prstGeom prst="line">
            <a:avLst/>
          </a:prstGeom>
          <a:noFill/>
          <a:ln w="17780">
            <a:solidFill>
              <a:srgbClr val="C7D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186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966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and task split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611880" y="2743200"/>
            <a:ext cx="256032" cy="256032"/>
          </a:xfrm>
          <a:prstGeom prst="ellipse">
            <a:avLst/>
          </a:prstGeom>
          <a:solidFill>
            <a:srgbClr val="245DA8"/>
          </a:solidFill>
          <a:ln w="12700">
            <a:solidFill>
              <a:srgbClr val="245D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2871216"/>
            <a:ext cx="2450592" cy="0"/>
          </a:xfrm>
          <a:prstGeom prst="line">
            <a:avLst/>
          </a:prstGeom>
          <a:noFill/>
          <a:ln w="17780">
            <a:solidFill>
              <a:srgbClr val="C7D2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2186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966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Prototype episodes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55080" y="2743200"/>
            <a:ext cx="256032" cy="256032"/>
          </a:xfrm>
          <a:prstGeom prst="ellipse">
            <a:avLst/>
          </a:prstGeom>
          <a:solidFill>
            <a:srgbClr val="268F89"/>
          </a:solidFill>
          <a:ln w="12700">
            <a:solidFill>
              <a:srgbClr val="268F8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11112" y="2871216"/>
            <a:ext cx="2450592" cy="0"/>
          </a:xfrm>
          <a:prstGeom prst="line">
            <a:avLst/>
          </a:prstGeom>
          <a:noFill/>
          <a:ln w="17780">
            <a:solidFill>
              <a:srgbClr val="C7D2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2186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966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Evaluator skeleton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098280" y="2743200"/>
            <a:ext cx="256032" cy="256032"/>
          </a:xfrm>
          <a:prstGeom prst="ellipse">
            <a:avLst/>
          </a:prstGeom>
          <a:solidFill>
            <a:srgbClr val="268F89"/>
          </a:solidFill>
          <a:ln w="12700">
            <a:solidFill>
              <a:srgbClr val="268F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06840" y="32186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Week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06840" y="3566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9667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Failure analysis report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6254496"/>
          </a:xfrm>
          <a:prstGeom prst="roundRect">
            <a:avLst>
              <a:gd name="adj" fmla="val 731"/>
            </a:avLst>
          </a:prstGeom>
          <a:solidFill>
            <a:srgbClr val="FBFCFE"/>
          </a:solidFill>
          <a:ln w="12700">
            <a:solidFill>
              <a:srgbClr val="C7D2D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310896"/>
            <a:ext cx="6281471" cy="32004"/>
          </a:xfrm>
          <a:prstGeom prst="rect">
            <a:avLst/>
          </a:prstGeom>
          <a:solidFill>
            <a:srgbClr val="245DA8"/>
          </a:solidFill>
          <a:ln w="12700">
            <a:solidFill>
              <a:srgbClr val="245D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5519" y="310896"/>
            <a:ext cx="5139385" cy="32004"/>
          </a:xfrm>
          <a:prstGeom prst="rect">
            <a:avLst/>
          </a:prstGeom>
          <a:solidFill>
            <a:srgbClr val="268F89"/>
          </a:solidFill>
          <a:ln w="12700">
            <a:solidFill>
              <a:srgbClr val="268F8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658368"/>
            <a:ext cx="2560320" cy="237744"/>
          </a:xfrm>
          <a:prstGeom prst="rect">
            <a:avLst/>
          </a:prstGeom>
          <a:solidFill>
            <a:srgbClr val="E8F0FB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DA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Appendix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53144" y="6766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Backup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95528" y="6053328"/>
            <a:ext cx="10597896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6199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AcademicDeck Theme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479024" y="6199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49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 / 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95528" y="93268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Appendix pages can be denser, but still need structure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95528" y="1828800"/>
            <a:ext cx="10424160" cy="475488"/>
          </a:xfrm>
          <a:prstGeom prst="roundRect">
            <a:avLst>
              <a:gd name="adj" fmla="val 6731"/>
            </a:avLst>
          </a:prstGeom>
          <a:solidFill>
            <a:srgbClr val="FBFC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97510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47088" y="1975104"/>
            <a:ext cx="9217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local images and videos next to the deck source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" y="2542032"/>
            <a:ext cx="10424160" cy="475488"/>
          </a:xfrm>
          <a:prstGeom prst="roundRect">
            <a:avLst>
              <a:gd name="adj" fmla="val 6731"/>
            </a:avLst>
          </a:prstGeom>
          <a:solidFill>
            <a:srgbClr val="FBFC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268833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47088" y="2688336"/>
            <a:ext cx="9217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Keynote theme source as the editable reusable file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" y="3255264"/>
            <a:ext cx="10424160" cy="475488"/>
          </a:xfrm>
          <a:prstGeom prst="roundRect">
            <a:avLst>
              <a:gd name="adj" fmla="val 6731"/>
            </a:avLst>
          </a:prstGeom>
          <a:solidFill>
            <a:srgbClr val="FBFC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40156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47088" y="3401568"/>
            <a:ext cx="9217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text becomes a memo, move it to speaker notes or split the slide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" y="3968496"/>
            <a:ext cx="10424160" cy="475488"/>
          </a:xfrm>
          <a:prstGeom prst="roundRect">
            <a:avLst>
              <a:gd name="adj" fmla="val 6731"/>
            </a:avLst>
          </a:prstGeom>
          <a:solidFill>
            <a:srgbClr val="FBFCFE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114800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47088" y="4114800"/>
            <a:ext cx="9217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820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Preview at target projector/browser resolution before presenting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LabUtopia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AcademicDeck Keynote Theme</dc:title>
  <dc:subject>Reusable AcademicDeck Keynote-compatible theme source</dc:subject>
  <dc:creator>AcademicDeck</dc:creator>
  <cp:lastModifiedBy>AcademicDeck</cp:lastModifiedBy>
  <cp:revision>1</cp:revision>
  <dcterms:created xsi:type="dcterms:W3CDTF">2026-04-26T06:29:05Z</dcterms:created>
  <dcterms:modified xsi:type="dcterms:W3CDTF">2026-04-26T06:29:05Z</dcterms:modified>
</cp:coreProperties>
</file>